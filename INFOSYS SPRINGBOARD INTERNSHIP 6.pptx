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5" r:id="rId9"/>
    <p:sldId id="266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F734B-C30F-26BF-E8F4-0E292D543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4A475-1031-4E83-CEF0-2CC598E3F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658E5-81DD-E9AE-995A-3084C10E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541F6-D9FD-4F8C-A7C5-64C9C32F7088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7947A-8F7B-23FD-9B5A-4FA45ECD9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E56CC-4113-B12D-ABEE-FF28DE717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FA04-5C64-42BE-AB3B-D0303975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11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AA4F7-6756-A5DA-4EF2-2EA47EB1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73B6B-4E8B-8B94-B46A-39810CE03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A0024-6D8A-D56E-E53B-16FE14A07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541F6-D9FD-4F8C-A7C5-64C9C32F7088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9F309-7D49-0958-9BAF-9CF453EC4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9C958-1F29-A377-7B2A-509F38F0B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FA04-5C64-42BE-AB3B-D0303975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882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7541C-FD49-398C-AC0F-62E1A0CF0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31F74-C251-B3A3-3041-21FDBE8D0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FB291-AEBF-38F5-A10F-6A0D8A5F6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541F6-D9FD-4F8C-A7C5-64C9C32F7088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B4620-64E3-DBA3-8611-2374EB84D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99FE2-A4D5-9D74-6105-6E3920783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FA04-5C64-42BE-AB3B-D0303975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43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35E6D-F5A8-47CE-B18C-FCBFA26A1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CCE76-3F35-298B-108F-91C13C96B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4927A-5402-10DF-5420-9CF0B3338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C118F-D457-B76F-E7F9-F062F0049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541F6-D9FD-4F8C-A7C5-64C9C32F7088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7B493-EC22-58A1-4930-917C3A9C9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92E19-CCF4-01D0-2B97-CDD5FAE60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FA04-5C64-42BE-AB3B-D0303975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388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47524-AB6A-5DA8-16A0-D470505B9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29708-38EB-9598-8B3B-A9368F2C8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F4EED-9A2C-8970-56F1-A001EB754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D758B1-FA96-2BC6-3AFF-A373275EB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03C043-2568-24BB-A89E-D2A750A278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4E6E44-12AD-CCFB-1D5E-E2A779702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541F6-D9FD-4F8C-A7C5-64C9C32F7088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38C0F1-3812-5F7B-9D6B-D80E0562A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7A5F39-F918-6792-55C8-C3072EEF6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FA04-5C64-42BE-AB3B-D0303975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216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3A539-753F-5D33-D2DB-BBF0098FA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70EBE9-30DF-8CA7-0E54-B2CE1D334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541F6-D9FD-4F8C-A7C5-64C9C32F7088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84117-4000-8DC5-7DCD-D1C61ED18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811BD-06FB-E739-91EB-69CD83E67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FA04-5C64-42BE-AB3B-D0303975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794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234B8D-4CEE-3FAD-B938-357FE8551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541F6-D9FD-4F8C-A7C5-64C9C32F7088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47635-FB9B-DDA6-38AC-007F928F3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706A6-6620-2DB1-C259-5E5188C0C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FA04-5C64-42BE-AB3B-D0303975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368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525A8-1627-493F-E05C-F4D6104E8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974F6-F9F4-BC4A-0DD1-E2AFED0A7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159F9-9A4F-E2D4-00DB-A8C7C8A24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DF524-DC25-71E2-4CF9-80E79FB14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541F6-D9FD-4F8C-A7C5-64C9C32F7088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AA880B-20FF-8F6D-126E-32D909326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95424-AF50-F5D7-079A-2931EED07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FA04-5C64-42BE-AB3B-D0303975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702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388BE-D68A-6F83-B3FB-47EF743F7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372DE2-2FFC-2AED-C5C7-62835CBEC2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4D8A72-E537-2416-BF77-0D605A04A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3F9ED-C2A1-9D54-BCA9-1C492A63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541F6-D9FD-4F8C-A7C5-64C9C32F7088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A1880-0F66-FE6B-239C-25DED2C7A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ED64D-662A-BB73-C7AE-BAEC24839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FA04-5C64-42BE-AB3B-D0303975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246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02C55-F45B-5C47-795D-11D10F243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9A3E6-50E4-E3B0-240A-6674B143D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05693-8C1C-F195-4851-F515835E2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541F6-D9FD-4F8C-A7C5-64C9C32F7088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0A353-8624-5C92-A3FD-4A8C3C22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45EF2-E738-9593-5571-0B05774C1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FA04-5C64-42BE-AB3B-D0303975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27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93235E-D3ED-2569-2F03-E7621A1F07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74192-F2D7-BA67-677A-CC4590043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C70CE-1298-E142-CF92-E642688E9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541F6-D9FD-4F8C-A7C5-64C9C32F7088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A7501-3B7D-873E-2065-C881DE967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0B13C-0F0D-9701-5514-C0A40B93C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FA04-5C64-42BE-AB3B-D0303975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870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B4B3C7-BCF2-5B1F-6C0A-27162584B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63947-EBF2-5EEB-C5D9-DECE2C239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56F39-8E9C-9250-D595-F4EA9BF3AB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541F6-D9FD-4F8C-A7C5-64C9C32F7088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C6B57-D31E-D64D-E86B-43A21A11F6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AAB25-D265-B0A5-1CFD-8B1F4DA06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2FA04-5C64-42BE-AB3B-D03039755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478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FC99DF-3196-B5ED-EC25-96200D06D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6139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INTERNSHIP 6.0</a:t>
            </a:r>
          </a:p>
        </p:txBody>
      </p:sp>
      <p:pic>
        <p:nvPicPr>
          <p:cNvPr id="5" name="Picture 4" descr="Infosys-springboard">
            <a:extLst>
              <a:ext uri="{FF2B5EF4-FFF2-40B4-BE49-F238E27FC236}">
                <a16:creationId xmlns:a16="http://schemas.microsoft.com/office/drawing/2014/main" id="{D329BF3A-A148-5102-3861-BF0919CE9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20" y="816029"/>
            <a:ext cx="1464547" cy="61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BB40D8AD-80D9-D835-A696-32A48FB23F75}"/>
              </a:ext>
            </a:extLst>
          </p:cNvPr>
          <p:cNvSpPr txBox="1"/>
          <p:nvPr/>
        </p:nvSpPr>
        <p:spPr>
          <a:xfrm>
            <a:off x="664809" y="2173729"/>
            <a:ext cx="1123691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Aware Smart Air Quality Prediction System</a:t>
            </a:r>
            <a:endParaRPr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Google Shape;90;p13">
            <a:extLst>
              <a:ext uri="{FF2B5EF4-FFF2-40B4-BE49-F238E27FC236}">
                <a16:creationId xmlns:a16="http://schemas.microsoft.com/office/drawing/2014/main" id="{80224923-AACD-9AE2-361B-75463B985088}"/>
              </a:ext>
            </a:extLst>
          </p:cNvPr>
          <p:cNvCxnSpPr>
            <a:cxnSpLocks/>
          </p:cNvCxnSpPr>
          <p:nvPr/>
        </p:nvCxnSpPr>
        <p:spPr>
          <a:xfrm>
            <a:off x="174522" y="1671484"/>
            <a:ext cx="11842955" cy="0"/>
          </a:xfrm>
          <a:prstGeom prst="straightConnector1">
            <a:avLst/>
          </a:prstGeom>
          <a:noFill/>
          <a:ln w="889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" name="Google Shape;94;p13">
            <a:extLst>
              <a:ext uri="{FF2B5EF4-FFF2-40B4-BE49-F238E27FC236}">
                <a16:creationId xmlns:a16="http://schemas.microsoft.com/office/drawing/2014/main" id="{07DC9D9E-F51B-0FCD-5ED3-5437D7B9626E}"/>
              </a:ext>
            </a:extLst>
          </p:cNvPr>
          <p:cNvSpPr txBox="1"/>
          <p:nvPr/>
        </p:nvSpPr>
        <p:spPr>
          <a:xfrm>
            <a:off x="5985387" y="3396617"/>
            <a:ext cx="5203723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Rajalakshmi </a:t>
            </a: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– 7 (Python)</a:t>
            </a: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– 1</a:t>
            </a:r>
          </a:p>
        </p:txBody>
      </p:sp>
      <p:pic>
        <p:nvPicPr>
          <p:cNvPr id="1026" name="Picture 2" descr="5,103 Python Logo Stock Vectors and Vector Art | Shutterstock">
            <a:extLst>
              <a:ext uri="{FF2B5EF4-FFF2-40B4-BE49-F238E27FC236}">
                <a16:creationId xmlns:a16="http://schemas.microsoft.com/office/drawing/2014/main" id="{1AA94DB9-2145-3820-E09C-5AF4817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677" y="3603132"/>
            <a:ext cx="2949677" cy="2438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731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2;p14">
            <a:extLst>
              <a:ext uri="{FF2B5EF4-FFF2-40B4-BE49-F238E27FC236}">
                <a16:creationId xmlns:a16="http://schemas.microsoft.com/office/drawing/2014/main" id="{35488BF6-C06D-B2E6-FFB1-CFB1325A01BC}"/>
              </a:ext>
            </a:extLst>
          </p:cNvPr>
          <p:cNvSpPr txBox="1">
            <a:spLocks/>
          </p:cNvSpPr>
          <p:nvPr/>
        </p:nvSpPr>
        <p:spPr>
          <a:xfrm>
            <a:off x="2256504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</a:p>
        </p:txBody>
      </p:sp>
      <p:sp>
        <p:nvSpPr>
          <p:cNvPr id="3" name="Google Shape;103;p14">
            <a:extLst>
              <a:ext uri="{FF2B5EF4-FFF2-40B4-BE49-F238E27FC236}">
                <a16:creationId xmlns:a16="http://schemas.microsoft.com/office/drawing/2014/main" id="{1C8AC8D6-A7BC-1F80-1954-E653C24E9A7E}"/>
              </a:ext>
            </a:extLst>
          </p:cNvPr>
          <p:cNvSpPr txBox="1">
            <a:spLocks/>
          </p:cNvSpPr>
          <p:nvPr/>
        </p:nvSpPr>
        <p:spPr>
          <a:xfrm>
            <a:off x="1823885" y="1929580"/>
            <a:ext cx="8229600" cy="377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spcBef>
                <a:spcPts val="640"/>
              </a:spcBef>
              <a:buClr>
                <a:srgbClr val="C00000"/>
              </a:buClr>
              <a:buSzPts val="3200"/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spcBef>
                <a:spcPts val="640"/>
              </a:spcBef>
              <a:buClr>
                <a:srgbClr val="C00000"/>
              </a:buClr>
              <a:buSzPts val="3200"/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 marL="514350" indent="-514350">
              <a:spcBef>
                <a:spcPts val="640"/>
              </a:spcBef>
              <a:buClr>
                <a:srgbClr val="C00000"/>
              </a:buClr>
              <a:buSzPts val="3200"/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14350" indent="-514350">
              <a:spcBef>
                <a:spcPts val="640"/>
              </a:spcBef>
              <a:buClr>
                <a:srgbClr val="C00000"/>
              </a:buClr>
              <a:buSzPts val="3200"/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 marL="514350" indent="-514350">
              <a:spcBef>
                <a:spcPts val="640"/>
              </a:spcBef>
              <a:buClr>
                <a:srgbClr val="C00000"/>
              </a:buClr>
              <a:buSzPts val="3200"/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514350" indent="-514350">
              <a:spcBef>
                <a:spcPts val="640"/>
              </a:spcBef>
              <a:buClr>
                <a:srgbClr val="C00000"/>
              </a:buClr>
              <a:buSzPts val="3200"/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PREVIEW</a:t>
            </a:r>
          </a:p>
          <a:p>
            <a:pPr marL="514350" indent="-514350">
              <a:spcBef>
                <a:spcPts val="640"/>
              </a:spcBef>
              <a:buClr>
                <a:srgbClr val="C00000"/>
              </a:buClr>
              <a:buSzPts val="3200"/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OUTCOMES</a:t>
            </a:r>
          </a:p>
        </p:txBody>
      </p:sp>
      <p:pic>
        <p:nvPicPr>
          <p:cNvPr id="4" name="Picture 3" descr="Infosys-springboard">
            <a:extLst>
              <a:ext uri="{FF2B5EF4-FFF2-40B4-BE49-F238E27FC236}">
                <a16:creationId xmlns:a16="http://schemas.microsoft.com/office/drawing/2014/main" id="{291759CC-D107-50C5-806B-84F4A35F1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37992"/>
            <a:ext cx="1464547" cy="61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1661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fosys-springboard">
            <a:extLst>
              <a:ext uri="{FF2B5EF4-FFF2-40B4-BE49-F238E27FC236}">
                <a16:creationId xmlns:a16="http://schemas.microsoft.com/office/drawing/2014/main" id="{EA52AAF2-7D55-11D3-8393-2295B8200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37992"/>
            <a:ext cx="1464547" cy="61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20;p16">
            <a:extLst>
              <a:ext uri="{FF2B5EF4-FFF2-40B4-BE49-F238E27FC236}">
                <a16:creationId xmlns:a16="http://schemas.microsoft.com/office/drawing/2014/main" id="{0B812FD2-1215-80BB-50EF-A47A19C4AC5E}"/>
              </a:ext>
            </a:extLst>
          </p:cNvPr>
          <p:cNvSpPr txBox="1">
            <a:spLocks/>
          </p:cNvSpPr>
          <p:nvPr/>
        </p:nvSpPr>
        <p:spPr>
          <a:xfrm>
            <a:off x="2207341" y="2930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0E267CA-815C-2518-CCE8-205933C52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1706" y="1717779"/>
            <a:ext cx="932858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+mj-lt"/>
              <a:buAutoNum type="arabicPeriod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Air pollution is one of India’s most critical environmental issues.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+mj-lt"/>
              <a:buAutoNum type="arabicPeriod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Cities like Delhi, Chennai, and Mumbai frequently record unsafe         AQI levels.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+mj-lt"/>
              <a:buAutoNum type="arabicPeriod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People lack real-time, easy-to-understand air-quality insights.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+mj-lt"/>
              <a:buAutoNum type="arabicPeriod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AirAware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a modern solution through monitoring, alerts, and visual analytics.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+mj-lt"/>
              <a:buAutoNum type="arabicPeriod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902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0;p16">
            <a:extLst>
              <a:ext uri="{FF2B5EF4-FFF2-40B4-BE49-F238E27FC236}">
                <a16:creationId xmlns:a16="http://schemas.microsoft.com/office/drawing/2014/main" id="{F0A30E9F-DCF8-D060-C92E-30A2CC109131}"/>
              </a:ext>
            </a:extLst>
          </p:cNvPr>
          <p:cNvSpPr txBox="1">
            <a:spLocks/>
          </p:cNvSpPr>
          <p:nvPr/>
        </p:nvSpPr>
        <p:spPr>
          <a:xfrm>
            <a:off x="2207340" y="195979"/>
            <a:ext cx="832300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DEFINITION</a:t>
            </a:r>
          </a:p>
        </p:txBody>
      </p:sp>
      <p:pic>
        <p:nvPicPr>
          <p:cNvPr id="3" name="Picture 2" descr="Infosys-springboard">
            <a:extLst>
              <a:ext uri="{FF2B5EF4-FFF2-40B4-BE49-F238E27FC236}">
                <a16:creationId xmlns:a16="http://schemas.microsoft.com/office/drawing/2014/main" id="{D5FD3E02-CCE4-7D1A-4FCE-61B20CFD8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23" y="459333"/>
            <a:ext cx="1464547" cy="61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03;p14">
            <a:extLst>
              <a:ext uri="{FF2B5EF4-FFF2-40B4-BE49-F238E27FC236}">
                <a16:creationId xmlns:a16="http://schemas.microsoft.com/office/drawing/2014/main" id="{0D66575C-F283-A4C4-9163-136A47680226}"/>
              </a:ext>
            </a:extLst>
          </p:cNvPr>
          <p:cNvSpPr txBox="1">
            <a:spLocks/>
          </p:cNvSpPr>
          <p:nvPr/>
        </p:nvSpPr>
        <p:spPr>
          <a:xfrm>
            <a:off x="1361765" y="1720304"/>
            <a:ext cx="9773265" cy="467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unified platform that shows real-time AQI + pollutant breakdown.</a:t>
            </a: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are complex, lack trend analytics, or do not provide health guidance.</a:t>
            </a: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cannot make informed decisions about outdoor safety.</a:t>
            </a: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simple, accurate, intelligent air quality dashboard.</a:t>
            </a:r>
          </a:p>
        </p:txBody>
      </p:sp>
    </p:spTree>
    <p:extLst>
      <p:ext uri="{BB962C8B-B14F-4D97-AF65-F5344CB8AC3E}">
        <p14:creationId xmlns:p14="http://schemas.microsoft.com/office/powerpoint/2010/main" val="426632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fosys-springboard">
            <a:extLst>
              <a:ext uri="{FF2B5EF4-FFF2-40B4-BE49-F238E27FC236}">
                <a16:creationId xmlns:a16="http://schemas.microsoft.com/office/drawing/2014/main" id="{2D90D8A1-AF1C-E3FA-6C5B-A4C7D0D64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23" y="459333"/>
            <a:ext cx="1464547" cy="61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20;p16">
            <a:extLst>
              <a:ext uri="{FF2B5EF4-FFF2-40B4-BE49-F238E27FC236}">
                <a16:creationId xmlns:a16="http://schemas.microsoft.com/office/drawing/2014/main" id="{35A83349-814A-5954-D15C-875E03525684}"/>
              </a:ext>
            </a:extLst>
          </p:cNvPr>
          <p:cNvSpPr txBox="1">
            <a:spLocks/>
          </p:cNvSpPr>
          <p:nvPr/>
        </p:nvSpPr>
        <p:spPr>
          <a:xfrm>
            <a:off x="1248696" y="195979"/>
            <a:ext cx="832300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</p:txBody>
      </p:sp>
      <p:sp>
        <p:nvSpPr>
          <p:cNvPr id="4" name="Google Shape;103;p14">
            <a:extLst>
              <a:ext uri="{FF2B5EF4-FFF2-40B4-BE49-F238E27FC236}">
                <a16:creationId xmlns:a16="http://schemas.microsoft.com/office/drawing/2014/main" id="{91D83390-C730-283B-D9FB-A1AA3F78A631}"/>
              </a:ext>
            </a:extLst>
          </p:cNvPr>
          <p:cNvSpPr txBox="1">
            <a:spLocks/>
          </p:cNvSpPr>
          <p:nvPr/>
        </p:nvSpPr>
        <p:spPr>
          <a:xfrm>
            <a:off x="1209367" y="1621656"/>
            <a:ext cx="9773265" cy="467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monitor real-time Air Quality Index (AQI).</a:t>
            </a: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pollutant levels (PM2.5, PM10, NO₂, SO₂, CO, O₃).</a:t>
            </a: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pollution trends using interactive charts.</a:t>
            </a: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weather parameters affecting AQI.</a:t>
            </a: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alerts and health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428570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fosys-springboard">
            <a:extLst>
              <a:ext uri="{FF2B5EF4-FFF2-40B4-BE49-F238E27FC236}">
                <a16:creationId xmlns:a16="http://schemas.microsoft.com/office/drawing/2014/main" id="{5103FB8C-7484-1387-CB78-72792EE75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23" y="439669"/>
            <a:ext cx="1464547" cy="61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20;p16">
            <a:extLst>
              <a:ext uri="{FF2B5EF4-FFF2-40B4-BE49-F238E27FC236}">
                <a16:creationId xmlns:a16="http://schemas.microsoft.com/office/drawing/2014/main" id="{A05BF8AC-2A58-43DB-7D14-4FE7E2B6063A}"/>
              </a:ext>
            </a:extLst>
          </p:cNvPr>
          <p:cNvSpPr txBox="1">
            <a:spLocks/>
          </p:cNvSpPr>
          <p:nvPr/>
        </p:nvSpPr>
        <p:spPr>
          <a:xfrm>
            <a:off x="2207340" y="195979"/>
            <a:ext cx="832300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</a:p>
        </p:txBody>
      </p:sp>
      <p:sp>
        <p:nvSpPr>
          <p:cNvPr id="4" name="Google Shape;103;p14">
            <a:extLst>
              <a:ext uri="{FF2B5EF4-FFF2-40B4-BE49-F238E27FC236}">
                <a16:creationId xmlns:a16="http://schemas.microsoft.com/office/drawing/2014/main" id="{17AE72E2-5044-75A4-14DD-AA95ADEC3BF2}"/>
              </a:ext>
            </a:extLst>
          </p:cNvPr>
          <p:cNvSpPr txBox="1">
            <a:spLocks/>
          </p:cNvSpPr>
          <p:nvPr/>
        </p:nvSpPr>
        <p:spPr>
          <a:xfrm>
            <a:off x="1209367" y="1621656"/>
            <a:ext cx="9773265" cy="467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responsive, user-friendly dashboard for real-time AQI monitoring.</a:t>
            </a: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APIs fetch pollution and weather data.</a:t>
            </a: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charts for daily/hourly pollution changes.</a:t>
            </a: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Color-coded AQI categories with health messages.</a:t>
            </a: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when AQI crosses unsafe limits.</a:t>
            </a: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Downloadable PDF/CSV air-quality reports.</a:t>
            </a:r>
          </a:p>
        </p:txBody>
      </p:sp>
    </p:spTree>
    <p:extLst>
      <p:ext uri="{BB962C8B-B14F-4D97-AF65-F5344CB8AC3E}">
        <p14:creationId xmlns:p14="http://schemas.microsoft.com/office/powerpoint/2010/main" val="957836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fosys-springboard">
            <a:extLst>
              <a:ext uri="{FF2B5EF4-FFF2-40B4-BE49-F238E27FC236}">
                <a16:creationId xmlns:a16="http://schemas.microsoft.com/office/drawing/2014/main" id="{76C2B94C-5E9A-3A8A-DC15-69C54569D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23" y="439669"/>
            <a:ext cx="1464547" cy="61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20;p16">
            <a:extLst>
              <a:ext uri="{FF2B5EF4-FFF2-40B4-BE49-F238E27FC236}">
                <a16:creationId xmlns:a16="http://schemas.microsoft.com/office/drawing/2014/main" id="{210C1780-221C-4AB6-DBB4-36496C309358}"/>
              </a:ext>
            </a:extLst>
          </p:cNvPr>
          <p:cNvSpPr txBox="1">
            <a:spLocks/>
          </p:cNvSpPr>
          <p:nvPr/>
        </p:nvSpPr>
        <p:spPr>
          <a:xfrm>
            <a:off x="2207340" y="195979"/>
            <a:ext cx="832300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</a:p>
        </p:txBody>
      </p:sp>
      <p:sp>
        <p:nvSpPr>
          <p:cNvPr id="4" name="Google Shape;103;p14">
            <a:extLst>
              <a:ext uri="{FF2B5EF4-FFF2-40B4-BE49-F238E27FC236}">
                <a16:creationId xmlns:a16="http://schemas.microsoft.com/office/drawing/2014/main" id="{DD04F5A4-B953-DD02-5EA1-45F99C261846}"/>
              </a:ext>
            </a:extLst>
          </p:cNvPr>
          <p:cNvSpPr txBox="1">
            <a:spLocks/>
          </p:cNvSpPr>
          <p:nvPr/>
        </p:nvSpPr>
        <p:spPr>
          <a:xfrm>
            <a:off x="1632154" y="1562662"/>
            <a:ext cx="6951407" cy="467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marL="1371600" lvl="2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</a:p>
          <a:p>
            <a:pPr marL="1371600" lvl="2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</a:t>
            </a:r>
          </a:p>
          <a:p>
            <a:pPr algn="just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marL="1371600" lvl="2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1371600" lvl="2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</a:p>
          <a:p>
            <a:pPr algn="just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&amp; Visualizations</a:t>
            </a:r>
          </a:p>
          <a:p>
            <a:pPr marL="1371600" lvl="2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</a:t>
            </a:r>
          </a:p>
          <a:p>
            <a:pPr marL="1371600" lvl="2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</a:t>
            </a:r>
          </a:p>
          <a:p>
            <a:pPr marL="1371600" lvl="2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Chart</a:t>
            </a:r>
          </a:p>
          <a:p>
            <a:pPr marL="1371600" lvl="2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Chart</a:t>
            </a:r>
          </a:p>
          <a:p>
            <a:pPr marL="1371600" lvl="2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</a:t>
            </a:r>
          </a:p>
        </p:txBody>
      </p:sp>
    </p:spTree>
    <p:extLst>
      <p:ext uri="{BB962C8B-B14F-4D97-AF65-F5344CB8AC3E}">
        <p14:creationId xmlns:p14="http://schemas.microsoft.com/office/powerpoint/2010/main" val="455192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0;p16">
            <a:extLst>
              <a:ext uri="{FF2B5EF4-FFF2-40B4-BE49-F238E27FC236}">
                <a16:creationId xmlns:a16="http://schemas.microsoft.com/office/drawing/2014/main" id="{44C9C5B5-5EFF-9556-12E1-A6ACCE0C8BEB}"/>
              </a:ext>
            </a:extLst>
          </p:cNvPr>
          <p:cNvSpPr txBox="1">
            <a:spLocks/>
          </p:cNvSpPr>
          <p:nvPr/>
        </p:nvSpPr>
        <p:spPr>
          <a:xfrm>
            <a:off x="1934496" y="284469"/>
            <a:ext cx="832300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28BE89B-39BE-6D2F-5000-8D8A0671C63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84" y="1810928"/>
            <a:ext cx="5181600" cy="2729194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8A01916-5617-4C49-C656-37E78A8FE7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84" y="3999347"/>
            <a:ext cx="5181600" cy="2427635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8B43C6-B937-8E9F-BCA2-1458D900D7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182" y="1914907"/>
            <a:ext cx="5791198" cy="3895958"/>
          </a:xfrm>
          <a:prstGeom prst="rect">
            <a:avLst/>
          </a:prstGeom>
        </p:spPr>
      </p:pic>
      <p:pic>
        <p:nvPicPr>
          <p:cNvPr id="12" name="Picture 11" descr="Infosys-springboard">
            <a:extLst>
              <a:ext uri="{FF2B5EF4-FFF2-40B4-BE49-F238E27FC236}">
                <a16:creationId xmlns:a16="http://schemas.microsoft.com/office/drawing/2014/main" id="{12E53816-25FE-C88B-0FD4-2CEEAC2D8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23" y="439669"/>
            <a:ext cx="1464547" cy="61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0153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fosys-springboard">
            <a:extLst>
              <a:ext uri="{FF2B5EF4-FFF2-40B4-BE49-F238E27FC236}">
                <a16:creationId xmlns:a16="http://schemas.microsoft.com/office/drawing/2014/main" id="{0BB9D90E-D999-7817-E002-C997CEACF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23" y="439669"/>
            <a:ext cx="1464547" cy="61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20;p16">
            <a:extLst>
              <a:ext uri="{FF2B5EF4-FFF2-40B4-BE49-F238E27FC236}">
                <a16:creationId xmlns:a16="http://schemas.microsoft.com/office/drawing/2014/main" id="{81ADB439-9F65-40C0-A532-3A4D55B7B5F5}"/>
              </a:ext>
            </a:extLst>
          </p:cNvPr>
          <p:cNvSpPr txBox="1">
            <a:spLocks/>
          </p:cNvSpPr>
          <p:nvPr/>
        </p:nvSpPr>
        <p:spPr>
          <a:xfrm>
            <a:off x="1934496" y="284469"/>
            <a:ext cx="832300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2EC06B-868F-3791-B6EE-EA57DC19A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70" y="1963565"/>
            <a:ext cx="4954246" cy="2083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4A74DD-2B8F-9E0C-36BE-9A7B1F6A43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70" y="4047208"/>
            <a:ext cx="4954247" cy="22819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91CAD5-D3EB-1206-6ABD-94F4E69028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53" b="9486"/>
          <a:stretch>
            <a:fillRect/>
          </a:stretch>
        </p:blipFill>
        <p:spPr>
          <a:xfrm>
            <a:off x="6395885" y="1963565"/>
            <a:ext cx="5023072" cy="20836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267C37-C3ED-A625-7720-FCC10E1142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5883" y="4047208"/>
            <a:ext cx="5023074" cy="228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65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fosys-springboard">
            <a:extLst>
              <a:ext uri="{FF2B5EF4-FFF2-40B4-BE49-F238E27FC236}">
                <a16:creationId xmlns:a16="http://schemas.microsoft.com/office/drawing/2014/main" id="{0B662682-5AA5-EF9C-556D-7247C5538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23" y="439669"/>
            <a:ext cx="1464547" cy="61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20;p16">
            <a:extLst>
              <a:ext uri="{FF2B5EF4-FFF2-40B4-BE49-F238E27FC236}">
                <a16:creationId xmlns:a16="http://schemas.microsoft.com/office/drawing/2014/main" id="{E4A3AA3A-A916-BFB6-37D9-1DF3E28FB66D}"/>
              </a:ext>
            </a:extLst>
          </p:cNvPr>
          <p:cNvSpPr txBox="1">
            <a:spLocks/>
          </p:cNvSpPr>
          <p:nvPr/>
        </p:nvSpPr>
        <p:spPr>
          <a:xfrm>
            <a:off x="2207340" y="195979"/>
            <a:ext cx="832300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&amp; OUTCOMES</a:t>
            </a:r>
          </a:p>
        </p:txBody>
      </p:sp>
      <p:sp>
        <p:nvSpPr>
          <p:cNvPr id="4" name="Google Shape;103;p14">
            <a:extLst>
              <a:ext uri="{FF2B5EF4-FFF2-40B4-BE49-F238E27FC236}">
                <a16:creationId xmlns:a16="http://schemas.microsoft.com/office/drawing/2014/main" id="{74F644F5-FA9C-4D73-DD35-318B1AD7A5AB}"/>
              </a:ext>
            </a:extLst>
          </p:cNvPr>
          <p:cNvSpPr txBox="1">
            <a:spLocks/>
          </p:cNvSpPr>
          <p:nvPr/>
        </p:nvSpPr>
        <p:spPr>
          <a:xfrm>
            <a:off x="1209367" y="1621656"/>
            <a:ext cx="9773265" cy="467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get real-time pollution insights.</a:t>
            </a: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safer decisions about outdoor activities.</a:t>
            </a: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students/researchers analyze air-quality trends.</a:t>
            </a: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Easy, modern dashboard improves public awareness.</a:t>
            </a: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Solves the need for transparent environmental data.</a:t>
            </a:r>
          </a:p>
        </p:txBody>
      </p:sp>
    </p:spTree>
    <p:extLst>
      <p:ext uri="{BB962C8B-B14F-4D97-AF65-F5344CB8AC3E}">
        <p14:creationId xmlns:p14="http://schemas.microsoft.com/office/powerpoint/2010/main" val="2770862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0;p16">
            <a:extLst>
              <a:ext uri="{FF2B5EF4-FFF2-40B4-BE49-F238E27FC236}">
                <a16:creationId xmlns:a16="http://schemas.microsoft.com/office/drawing/2014/main" id="{44740FAA-888B-2D05-07B5-33D92B620450}"/>
              </a:ext>
            </a:extLst>
          </p:cNvPr>
          <p:cNvSpPr txBox="1">
            <a:spLocks/>
          </p:cNvSpPr>
          <p:nvPr/>
        </p:nvSpPr>
        <p:spPr>
          <a:xfrm>
            <a:off x="1934496" y="2551471"/>
            <a:ext cx="832300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780151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1659</TotalTime>
  <Words>310</Words>
  <Application>Microsoft Office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INFOSYS SPRINGBOARD INTERNSHIP 6.0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Raji R</dc:creator>
  <cp:lastModifiedBy>Raji R</cp:lastModifiedBy>
  <cp:revision>1</cp:revision>
  <dcterms:created xsi:type="dcterms:W3CDTF">2025-11-20T13:09:03Z</dcterms:created>
  <dcterms:modified xsi:type="dcterms:W3CDTF">2025-11-21T16:49:34Z</dcterms:modified>
</cp:coreProperties>
</file>